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Safety Basics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Sovereign On-Premise AI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Welcome to the presentation on safety basics. This guide is designed to provide you with a comprehensive understanding of essential safety principles and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Safety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Wear Appropriate Safety Gear</a:t>
            </a:r>
          </a:p>
          <a:p>
            <a:pPr>
              <a:defRPr sz="1800"/>
            </a:pPr>
            <a:r>
              <a:t>2. Use Safe Work Procedures</a:t>
            </a:r>
          </a:p>
          <a:p>
            <a:pPr>
              <a:defRPr sz="1800"/>
            </a:pPr>
            <a:r>
              <a:t>3. Follow Safety Guidelines</a:t>
            </a:r>
          </a:p>
          <a:p>
            <a:pPr>
              <a:defRPr sz="1800"/>
            </a:pPr>
            <a:r>
              <a:t>4. Be Prepared for Emergencies</a:t>
            </a:r>
          </a:p>
          <a:p>
            <a:pPr>
              <a:defRPr sz="1800"/>
            </a:pPr>
            <a:r>
              <a:t>5. Avoid Dangerous Behaviors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Electrical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Proper Wiring and Connections</a:t>
            </a:r>
          </a:p>
          <a:p>
            <a:pPr>
              <a:defRPr sz="1800"/>
            </a:pPr>
            <a:r>
              <a:t>2. Use of Electrical Safety Equipment</a:t>
            </a:r>
          </a:p>
          <a:p>
            <a:pPr>
              <a:defRPr sz="1800"/>
            </a:pPr>
            <a:r>
              <a:t>3. Proper Handling of Electrical Devices</a:t>
            </a:r>
          </a:p>
          <a:p>
            <a:pPr>
              <a:defRPr sz="1800"/>
            </a:pPr>
            <a:r>
              <a:t>4. Avoidance of Overloading Outlets</a:t>
            </a:r>
          </a:p>
          <a:p>
            <a:pPr>
              <a:defRPr sz="1800"/>
            </a:pPr>
            <a:r>
              <a:t>5. Regular Inspections and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Know the Fire Extinguisher Locations</a:t>
            </a:r>
          </a:p>
          <a:p>
            <a:pPr>
              <a:defRPr sz="1800"/>
            </a:pPr>
            <a:r>
              <a:t>2. Proper Use of Fire Extinguishers</a:t>
            </a:r>
          </a:p>
          <a:p>
            <a:pPr>
              <a:defRPr sz="1800"/>
            </a:pPr>
            <a:r>
              <a:t>3. Smoke Detection and Early Warning Systems</a:t>
            </a:r>
          </a:p>
          <a:p>
            <a:pPr>
              <a:defRPr sz="1800"/>
            </a:pPr>
            <a:r>
              <a:t>4. Proper Handling of Flammable Materials</a:t>
            </a:r>
          </a:p>
          <a:p>
            <a:pPr>
              <a:defRPr sz="1800"/>
            </a:pPr>
            <a:r>
              <a:t>5. Fire Safety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Workplace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Proper Handling of Chemicals</a:t>
            </a:r>
          </a:p>
          <a:p>
            <a:pPr>
              <a:defRPr sz="1800"/>
            </a:pPr>
            <a:r>
              <a:t>2. Avoidance of Hazardous Work Conditions</a:t>
            </a:r>
          </a:p>
          <a:p>
            <a:pPr>
              <a:defRPr sz="1800"/>
            </a:pPr>
            <a:r>
              <a:t>3. Proper Handling of Machinery</a:t>
            </a:r>
          </a:p>
          <a:p>
            <a:pPr>
              <a:defRPr sz="1800"/>
            </a:pPr>
            <a:r>
              <a:t>4. Proper Handling of Tools and Equipment</a:t>
            </a:r>
          </a:p>
          <a:p>
            <a:pPr>
              <a:defRPr sz="1800"/>
            </a:pPr>
            <a:r>
              <a:t>5. Workstation Safety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Safe Driving Practices</a:t>
            </a:r>
          </a:p>
          <a:p>
            <a:pPr>
              <a:defRPr sz="1800"/>
            </a:pPr>
            <a:r>
              <a:t>2. Proper Use of Safety Equipment</a:t>
            </a:r>
          </a:p>
          <a:p>
            <a:pPr>
              <a:defRPr sz="1800"/>
            </a:pPr>
            <a:r>
              <a:t>3. Proper Handling of Vehicles</a:t>
            </a:r>
          </a:p>
          <a:p>
            <a:pPr>
              <a:defRPr sz="1800"/>
            </a:pPr>
            <a:r>
              <a:t>4. Safe Passage of Pedestrians</a:t>
            </a:r>
          </a:p>
          <a:p>
            <a:pPr>
              <a:defRPr sz="1800"/>
            </a:pPr>
            <a:r>
              <a:t>5. Proper Handling of Bicycles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Safety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Always Listen to Safety Instructions</a:t>
            </a:r>
          </a:p>
          <a:p>
            <a:pPr>
              <a:defRPr sz="1800"/>
            </a:pPr>
            <a:r>
              <a:t>2. Take Care of Your Health and Well-being</a:t>
            </a:r>
          </a:p>
          <a:p>
            <a:pPr>
              <a:defRPr sz="1800"/>
            </a:pPr>
            <a:r>
              <a:t>3. Be Aware of Your Environment</a:t>
            </a:r>
          </a:p>
          <a:p>
            <a:pPr>
              <a:defRPr sz="1800"/>
            </a:pPr>
            <a:r>
              <a:t>4. Avoid Ignoring Safety Hazards</a:t>
            </a:r>
          </a:p>
          <a:p>
            <a:pPr>
              <a:defRPr sz="1800"/>
            </a:pPr>
            <a:r>
              <a:t>5. Regularly Review and Update Your Safety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